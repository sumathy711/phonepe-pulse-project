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4" r:id="rId8"/>
    <p:sldId id="265" r:id="rId9"/>
    <p:sldId id="266" r:id="rId10"/>
    <p:sldId id="260" r:id="rId11"/>
    <p:sldId id="261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A8F5F9-E199-4186-A0FF-E04DABBB3C21}" v="45" dt="2026-02-13T06:19:18.2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56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athi j" userId="9765cd0fe4731363" providerId="LiveId" clId="{6759B8F6-452E-4B55-B554-F18C7D0BC100}"/>
    <pc:docChg chg="undo custSel addSld delSld modSld">
      <pc:chgData name="sumathi j" userId="9765cd0fe4731363" providerId="LiveId" clId="{6759B8F6-452E-4B55-B554-F18C7D0BC100}" dt="2026-02-13T06:20:33.216" v="685" actId="6549"/>
      <pc:docMkLst>
        <pc:docMk/>
      </pc:docMkLst>
      <pc:sldChg chg="modSp mod">
        <pc:chgData name="sumathi j" userId="9765cd0fe4731363" providerId="LiveId" clId="{6759B8F6-452E-4B55-B554-F18C7D0BC100}" dt="2026-02-13T04:28:34.211" v="311" actId="20577"/>
        <pc:sldMkLst>
          <pc:docMk/>
          <pc:sldMk cId="2168115674" sldId="256"/>
        </pc:sldMkLst>
        <pc:spChg chg="mod">
          <ac:chgData name="sumathi j" userId="9765cd0fe4731363" providerId="LiveId" clId="{6759B8F6-452E-4B55-B554-F18C7D0BC100}" dt="2026-02-13T04:28:34.211" v="311" actId="20577"/>
          <ac:spMkLst>
            <pc:docMk/>
            <pc:sldMk cId="2168115674" sldId="256"/>
            <ac:spMk id="5" creationId="{5B2D4957-FFA2-674F-1625-E0318EBF26F2}"/>
          </ac:spMkLst>
        </pc:spChg>
      </pc:sldChg>
      <pc:sldChg chg="modSp mod">
        <pc:chgData name="sumathi j" userId="9765cd0fe4731363" providerId="LiveId" clId="{6759B8F6-452E-4B55-B554-F18C7D0BC100}" dt="2026-02-13T04:27:36.127" v="298" actId="114"/>
        <pc:sldMkLst>
          <pc:docMk/>
          <pc:sldMk cId="4246284507" sldId="257"/>
        </pc:sldMkLst>
        <pc:spChg chg="mod">
          <ac:chgData name="sumathi j" userId="9765cd0fe4731363" providerId="LiveId" clId="{6759B8F6-452E-4B55-B554-F18C7D0BC100}" dt="2026-02-13T04:27:36.127" v="298" actId="114"/>
          <ac:spMkLst>
            <pc:docMk/>
            <pc:sldMk cId="4246284507" sldId="257"/>
            <ac:spMk id="2" creationId="{DAD3D739-8FD5-6E8D-435F-90B4C878484F}"/>
          </ac:spMkLst>
        </pc:spChg>
        <pc:spChg chg="mod">
          <ac:chgData name="sumathi j" userId="9765cd0fe4731363" providerId="LiveId" clId="{6759B8F6-452E-4B55-B554-F18C7D0BC100}" dt="2026-02-13T04:25:45.253" v="252" actId="27636"/>
          <ac:spMkLst>
            <pc:docMk/>
            <pc:sldMk cId="4246284507" sldId="257"/>
            <ac:spMk id="3" creationId="{F2030476-2ED5-5527-B6CA-A8C44701AE02}"/>
          </ac:spMkLst>
        </pc:spChg>
      </pc:sldChg>
      <pc:sldChg chg="modSp mod">
        <pc:chgData name="sumathi j" userId="9765cd0fe4731363" providerId="LiveId" clId="{6759B8F6-452E-4B55-B554-F18C7D0BC100}" dt="2026-02-13T05:30:21.758" v="363" actId="6549"/>
        <pc:sldMkLst>
          <pc:docMk/>
          <pc:sldMk cId="993664999" sldId="258"/>
        </pc:sldMkLst>
        <pc:spChg chg="mod">
          <ac:chgData name="sumathi j" userId="9765cd0fe4731363" providerId="LiveId" clId="{6759B8F6-452E-4B55-B554-F18C7D0BC100}" dt="2026-02-13T05:30:21.758" v="363" actId="6549"/>
          <ac:spMkLst>
            <pc:docMk/>
            <pc:sldMk cId="993664999" sldId="258"/>
            <ac:spMk id="3" creationId="{684176B3-0F67-8E8D-FFCA-268D6E224473}"/>
          </ac:spMkLst>
        </pc:spChg>
      </pc:sldChg>
      <pc:sldChg chg="modSp mod">
        <pc:chgData name="sumathi j" userId="9765cd0fe4731363" providerId="LiveId" clId="{6759B8F6-452E-4B55-B554-F18C7D0BC100}" dt="2026-02-13T04:09:55.236" v="96" actId="27636"/>
        <pc:sldMkLst>
          <pc:docMk/>
          <pc:sldMk cId="1389153173" sldId="259"/>
        </pc:sldMkLst>
        <pc:spChg chg="mod">
          <ac:chgData name="sumathi j" userId="9765cd0fe4731363" providerId="LiveId" clId="{6759B8F6-452E-4B55-B554-F18C7D0BC100}" dt="2026-02-13T04:09:38.492" v="89" actId="27636"/>
          <ac:spMkLst>
            <pc:docMk/>
            <pc:sldMk cId="1389153173" sldId="259"/>
            <ac:spMk id="2" creationId="{A41E859D-357A-7A88-BA0D-03B34FAE8FC6}"/>
          </ac:spMkLst>
        </pc:spChg>
        <pc:spChg chg="mod">
          <ac:chgData name="sumathi j" userId="9765cd0fe4731363" providerId="LiveId" clId="{6759B8F6-452E-4B55-B554-F18C7D0BC100}" dt="2026-02-13T04:09:55.236" v="96" actId="27636"/>
          <ac:spMkLst>
            <pc:docMk/>
            <pc:sldMk cId="1389153173" sldId="259"/>
            <ac:spMk id="3" creationId="{CA88AAB4-0D31-6178-5AEF-2742C83B9D64}"/>
          </ac:spMkLst>
        </pc:spChg>
      </pc:sldChg>
      <pc:sldChg chg="modSp new mod">
        <pc:chgData name="sumathi j" userId="9765cd0fe4731363" providerId="LiveId" clId="{6759B8F6-452E-4B55-B554-F18C7D0BC100}" dt="2026-02-13T04:18:25.909" v="140" actId="207"/>
        <pc:sldMkLst>
          <pc:docMk/>
          <pc:sldMk cId="4008821345" sldId="260"/>
        </pc:sldMkLst>
        <pc:spChg chg="mod">
          <ac:chgData name="sumathi j" userId="9765cd0fe4731363" providerId="LiveId" clId="{6759B8F6-452E-4B55-B554-F18C7D0BC100}" dt="2026-02-13T04:16:59.728" v="128" actId="207"/>
          <ac:spMkLst>
            <pc:docMk/>
            <pc:sldMk cId="4008821345" sldId="260"/>
            <ac:spMk id="2" creationId="{C7147A7C-5FF7-CAD0-8BE5-12FB20D58CA4}"/>
          </ac:spMkLst>
        </pc:spChg>
        <pc:spChg chg="mod">
          <ac:chgData name="sumathi j" userId="9765cd0fe4731363" providerId="LiveId" clId="{6759B8F6-452E-4B55-B554-F18C7D0BC100}" dt="2026-02-13T04:18:25.909" v="140" actId="207"/>
          <ac:spMkLst>
            <pc:docMk/>
            <pc:sldMk cId="4008821345" sldId="260"/>
            <ac:spMk id="3" creationId="{5FB88900-9F05-5F79-7973-6F920CBE8B69}"/>
          </ac:spMkLst>
        </pc:spChg>
      </pc:sldChg>
      <pc:sldChg chg="addSp modSp new del mod setBg">
        <pc:chgData name="sumathi j" userId="9765cd0fe4731363" providerId="LiveId" clId="{6759B8F6-452E-4B55-B554-F18C7D0BC100}" dt="2026-02-13T04:21:32.096" v="156" actId="2696"/>
        <pc:sldMkLst>
          <pc:docMk/>
          <pc:sldMk cId="131148658" sldId="261"/>
        </pc:sldMkLst>
        <pc:spChg chg="mod">
          <ac:chgData name="sumathi j" userId="9765cd0fe4731363" providerId="LiveId" clId="{6759B8F6-452E-4B55-B554-F18C7D0BC100}" dt="2026-02-13T04:21:20.176" v="155" actId="207"/>
          <ac:spMkLst>
            <pc:docMk/>
            <pc:sldMk cId="131148658" sldId="261"/>
            <ac:spMk id="2" creationId="{C7CA7632-C181-D0C9-DE80-F5E9E752D848}"/>
          </ac:spMkLst>
        </pc:spChg>
        <pc:spChg chg="mod">
          <ac:chgData name="sumathi j" userId="9765cd0fe4731363" providerId="LiveId" clId="{6759B8F6-452E-4B55-B554-F18C7D0BC100}" dt="2026-02-13T04:20:51.155" v="152" actId="26606"/>
          <ac:spMkLst>
            <pc:docMk/>
            <pc:sldMk cId="131148658" sldId="261"/>
            <ac:spMk id="3" creationId="{5DE99149-E44C-2000-F54A-B53623B51CA4}"/>
          </ac:spMkLst>
        </pc:spChg>
        <pc:spChg chg="add">
          <ac:chgData name="sumathi j" userId="9765cd0fe4731363" providerId="LiveId" clId="{6759B8F6-452E-4B55-B554-F18C7D0BC100}" dt="2026-02-13T04:20:51.155" v="152" actId="26606"/>
          <ac:spMkLst>
            <pc:docMk/>
            <pc:sldMk cId="131148658" sldId="261"/>
            <ac:spMk id="8" creationId="{604B8143-3907-5396-F19C-4EDBFE8DED3F}"/>
          </ac:spMkLst>
        </pc:spChg>
      </pc:sldChg>
      <pc:sldChg chg="addSp delSp modSp new del mod setBg">
        <pc:chgData name="sumathi j" userId="9765cd0fe4731363" providerId="LiveId" clId="{6759B8F6-452E-4B55-B554-F18C7D0BC100}" dt="2026-02-13T04:20:22.093" v="150" actId="2696"/>
        <pc:sldMkLst>
          <pc:docMk/>
          <pc:sldMk cId="143715467" sldId="261"/>
        </pc:sldMkLst>
        <pc:spChg chg="mod">
          <ac:chgData name="sumathi j" userId="9765cd0fe4731363" providerId="LiveId" clId="{6759B8F6-452E-4B55-B554-F18C7D0BC100}" dt="2026-02-13T04:19:45.832" v="148" actId="6549"/>
          <ac:spMkLst>
            <pc:docMk/>
            <pc:sldMk cId="143715467" sldId="261"/>
            <ac:spMk id="2" creationId="{032E066B-5B18-CBBC-7C49-09396B53F8A3}"/>
          </ac:spMkLst>
        </pc:spChg>
        <pc:spChg chg="add del">
          <ac:chgData name="sumathi j" userId="9765cd0fe4731363" providerId="LiveId" clId="{6759B8F6-452E-4B55-B554-F18C7D0BC100}" dt="2026-02-13T04:19:03.760" v="144" actId="26606"/>
          <ac:spMkLst>
            <pc:docMk/>
            <pc:sldMk cId="143715467" sldId="261"/>
            <ac:spMk id="3" creationId="{D02F9552-F522-7E35-BDF9-879F33C54597}"/>
          </ac:spMkLst>
        </pc:spChg>
        <pc:spChg chg="add">
          <ac:chgData name="sumathi j" userId="9765cd0fe4731363" providerId="LiveId" clId="{6759B8F6-452E-4B55-B554-F18C7D0BC100}" dt="2026-02-13T04:19:03.760" v="144" actId="26606"/>
          <ac:spMkLst>
            <pc:docMk/>
            <pc:sldMk cId="143715467" sldId="261"/>
            <ac:spMk id="8" creationId="{EC8C6078-B9FC-62D3-82A6-AED0C1C0C03A}"/>
          </ac:spMkLst>
        </pc:spChg>
        <pc:spChg chg="add del">
          <ac:chgData name="sumathi j" userId="9765cd0fe4731363" providerId="LiveId" clId="{6759B8F6-452E-4B55-B554-F18C7D0BC100}" dt="2026-02-13T04:19:03.698" v="143" actId="26606"/>
          <ac:spMkLst>
            <pc:docMk/>
            <pc:sldMk cId="143715467" sldId="261"/>
            <ac:spMk id="10" creationId="{353CF00F-82D0-0DBA-75D5-1D01B4526C68}"/>
          </ac:spMkLst>
        </pc:spChg>
        <pc:spChg chg="add">
          <ac:chgData name="sumathi j" userId="9765cd0fe4731363" providerId="LiveId" clId="{6759B8F6-452E-4B55-B554-F18C7D0BC100}" dt="2026-02-13T04:19:03.760" v="144" actId="26606"/>
          <ac:spMkLst>
            <pc:docMk/>
            <pc:sldMk cId="143715467" sldId="261"/>
            <ac:spMk id="12" creationId="{8323CF07-AAA9-DC0B-9E00-84313AE4538F}"/>
          </ac:spMkLst>
        </pc:spChg>
        <pc:graphicFrameChg chg="add del">
          <ac:chgData name="sumathi j" userId="9765cd0fe4731363" providerId="LiveId" clId="{6759B8F6-452E-4B55-B554-F18C7D0BC100}" dt="2026-02-13T04:19:03.698" v="143" actId="26606"/>
          <ac:graphicFrameMkLst>
            <pc:docMk/>
            <pc:sldMk cId="143715467" sldId="261"/>
            <ac:graphicFrameMk id="5" creationId="{D02F9552-F522-7E35-BDF9-879F33C54597}"/>
          </ac:graphicFrameMkLst>
        </pc:graphicFrameChg>
        <pc:graphicFrameChg chg="add mod">
          <ac:chgData name="sumathi j" userId="9765cd0fe4731363" providerId="LiveId" clId="{6759B8F6-452E-4B55-B554-F18C7D0BC100}" dt="2026-02-13T04:20:03.518" v="149"/>
          <ac:graphicFrameMkLst>
            <pc:docMk/>
            <pc:sldMk cId="143715467" sldId="261"/>
            <ac:graphicFrameMk id="11" creationId="{A61157D2-ED1A-5540-F5F5-4B099848C446}"/>
          </ac:graphicFrameMkLst>
        </pc:graphicFrameChg>
      </pc:sldChg>
      <pc:sldChg chg="addSp delSp modSp new mod">
        <pc:chgData name="sumathi j" userId="9765cd0fe4731363" providerId="LiveId" clId="{6759B8F6-452E-4B55-B554-F18C7D0BC100}" dt="2026-02-13T04:24:44.282" v="243" actId="20577"/>
        <pc:sldMkLst>
          <pc:docMk/>
          <pc:sldMk cId="3996506344" sldId="261"/>
        </pc:sldMkLst>
        <pc:spChg chg="mod">
          <ac:chgData name="sumathi j" userId="9765cd0fe4731363" providerId="LiveId" clId="{6759B8F6-452E-4B55-B554-F18C7D0BC100}" dt="2026-02-13T04:23:35.578" v="195" actId="27636"/>
          <ac:spMkLst>
            <pc:docMk/>
            <pc:sldMk cId="3996506344" sldId="261"/>
            <ac:spMk id="2" creationId="{70FECCB0-7ADF-0D5F-CAE3-E2ED3C4F95D8}"/>
          </ac:spMkLst>
        </pc:spChg>
        <pc:spChg chg="mod">
          <ac:chgData name="sumathi j" userId="9765cd0fe4731363" providerId="LiveId" clId="{6759B8F6-452E-4B55-B554-F18C7D0BC100}" dt="2026-02-13T04:24:44.282" v="243" actId="20577"/>
          <ac:spMkLst>
            <pc:docMk/>
            <pc:sldMk cId="3996506344" sldId="261"/>
            <ac:spMk id="3" creationId="{EDE2A9A2-5DAA-E0D1-512F-F4D1F8C6B44E}"/>
          </ac:spMkLst>
        </pc:spChg>
        <pc:spChg chg="add del">
          <ac:chgData name="sumathi j" userId="9765cd0fe4731363" providerId="LiveId" clId="{6759B8F6-452E-4B55-B554-F18C7D0BC100}" dt="2026-02-13T04:21:45.231" v="159" actId="22"/>
          <ac:spMkLst>
            <pc:docMk/>
            <pc:sldMk cId="3996506344" sldId="261"/>
            <ac:spMk id="5" creationId="{EF8DE356-F655-1A3B-4DE0-5FEA5D81DC08}"/>
          </ac:spMkLst>
        </pc:spChg>
      </pc:sldChg>
      <pc:sldChg chg="addSp modSp new mod">
        <pc:chgData name="sumathi j" userId="9765cd0fe4731363" providerId="LiveId" clId="{6759B8F6-452E-4B55-B554-F18C7D0BC100}" dt="2026-02-13T04:57:57.026" v="333" actId="207"/>
        <pc:sldMkLst>
          <pc:docMk/>
          <pc:sldMk cId="2468006165" sldId="262"/>
        </pc:sldMkLst>
        <pc:spChg chg="mod">
          <ac:chgData name="sumathi j" userId="9765cd0fe4731363" providerId="LiveId" clId="{6759B8F6-452E-4B55-B554-F18C7D0BC100}" dt="2026-02-13T04:57:22.393" v="327" actId="14100"/>
          <ac:spMkLst>
            <pc:docMk/>
            <pc:sldMk cId="2468006165" sldId="262"/>
            <ac:spMk id="2" creationId="{D87F80F0-42DA-1A3C-5540-366EAF9E883F}"/>
          </ac:spMkLst>
        </pc:spChg>
        <pc:spChg chg="mod">
          <ac:chgData name="sumathi j" userId="9765cd0fe4731363" providerId="LiveId" clId="{6759B8F6-452E-4B55-B554-F18C7D0BC100}" dt="2026-02-13T04:57:57.026" v="333" actId="207"/>
          <ac:spMkLst>
            <pc:docMk/>
            <pc:sldMk cId="2468006165" sldId="262"/>
            <ac:spMk id="3" creationId="{C9431F3F-0963-38DA-7E83-ABC02883E136}"/>
          </ac:spMkLst>
        </pc:spChg>
        <pc:spChg chg="add">
          <ac:chgData name="sumathi j" userId="9765cd0fe4731363" providerId="LiveId" clId="{6759B8F6-452E-4B55-B554-F18C7D0BC100}" dt="2026-02-13T04:56:50.074" v="324"/>
          <ac:spMkLst>
            <pc:docMk/>
            <pc:sldMk cId="2468006165" sldId="262"/>
            <ac:spMk id="4" creationId="{7F878528-1B99-FDAF-E7E9-B203F0BEB9AC}"/>
          </ac:spMkLst>
        </pc:spChg>
        <pc:spChg chg="add">
          <ac:chgData name="sumathi j" userId="9765cd0fe4731363" providerId="LiveId" clId="{6759B8F6-452E-4B55-B554-F18C7D0BC100}" dt="2026-02-13T04:56:50.074" v="324"/>
          <ac:spMkLst>
            <pc:docMk/>
            <pc:sldMk cId="2468006165" sldId="262"/>
            <ac:spMk id="5" creationId="{4F864FF6-E309-1087-6436-2B7333E29A0F}"/>
          </ac:spMkLst>
        </pc:spChg>
        <pc:spChg chg="add">
          <ac:chgData name="sumathi j" userId="9765cd0fe4731363" providerId="LiveId" clId="{6759B8F6-452E-4B55-B554-F18C7D0BC100}" dt="2026-02-13T04:56:50.074" v="324"/>
          <ac:spMkLst>
            <pc:docMk/>
            <pc:sldMk cId="2468006165" sldId="262"/>
            <ac:spMk id="6" creationId="{247D9417-C387-B87F-57B8-71D78A52B5D1}"/>
          </ac:spMkLst>
        </pc:spChg>
      </pc:sldChg>
      <pc:sldChg chg="addSp delSp modSp new mod setBg">
        <pc:chgData name="sumathi j" userId="9765cd0fe4731363" providerId="LiveId" clId="{6759B8F6-452E-4B55-B554-F18C7D0BC100}" dt="2026-02-13T05:10:39.475" v="361" actId="1076"/>
        <pc:sldMkLst>
          <pc:docMk/>
          <pc:sldMk cId="1134286612" sldId="263"/>
        </pc:sldMkLst>
        <pc:spChg chg="mod">
          <ac:chgData name="sumathi j" userId="9765cd0fe4731363" providerId="LiveId" clId="{6759B8F6-452E-4B55-B554-F18C7D0BC100}" dt="2026-02-13T05:10:39.475" v="361" actId="1076"/>
          <ac:spMkLst>
            <pc:docMk/>
            <pc:sldMk cId="1134286612" sldId="263"/>
            <ac:spMk id="2" creationId="{13FC40D4-9015-66D1-14F5-71726F848BF8}"/>
          </ac:spMkLst>
        </pc:spChg>
        <pc:spChg chg="add del">
          <ac:chgData name="sumathi j" userId="9765cd0fe4731363" providerId="LiveId" clId="{6759B8F6-452E-4B55-B554-F18C7D0BC100}" dt="2026-02-13T05:09:42.539" v="352" actId="931"/>
          <ac:spMkLst>
            <pc:docMk/>
            <pc:sldMk cId="1134286612" sldId="263"/>
            <ac:spMk id="3" creationId="{51D9DD5B-7165-9F98-A1BA-66D126D0D688}"/>
          </ac:spMkLst>
        </pc:spChg>
        <pc:spChg chg="add">
          <ac:chgData name="sumathi j" userId="9765cd0fe4731363" providerId="LiveId" clId="{6759B8F6-452E-4B55-B554-F18C7D0BC100}" dt="2026-02-13T05:09:57.054" v="359" actId="26606"/>
          <ac:spMkLst>
            <pc:docMk/>
            <pc:sldMk cId="1134286612" sldId="263"/>
            <ac:spMk id="20" creationId="{7C98A213-5994-475E-B327-DC6EC27FBA8B}"/>
          </ac:spMkLst>
        </pc:spChg>
        <pc:spChg chg="add">
          <ac:chgData name="sumathi j" userId="9765cd0fe4731363" providerId="LiveId" clId="{6759B8F6-452E-4B55-B554-F18C7D0BC100}" dt="2026-02-13T05:09:57.054" v="359" actId="26606"/>
          <ac:spMkLst>
            <pc:docMk/>
            <pc:sldMk cId="1134286612" sldId="263"/>
            <ac:spMk id="22" creationId="{4B030A0D-0DAD-4A99-89BB-419527D6A64B}"/>
          </ac:spMkLst>
        </pc:spChg>
        <pc:picChg chg="add mod">
          <ac:chgData name="sumathi j" userId="9765cd0fe4731363" providerId="LiveId" clId="{6759B8F6-452E-4B55-B554-F18C7D0BC100}" dt="2026-02-13T05:08:01.381" v="351"/>
          <ac:picMkLst>
            <pc:docMk/>
            <pc:sldMk cId="1134286612" sldId="263"/>
            <ac:picMk id="5" creationId="{1A14373E-0953-EF60-8DD9-9E3669796A8E}"/>
          </ac:picMkLst>
        </pc:picChg>
        <pc:picChg chg="add mod">
          <ac:chgData name="sumathi j" userId="9765cd0fe4731363" providerId="LiveId" clId="{6759B8F6-452E-4B55-B554-F18C7D0BC100}" dt="2026-02-13T05:08:01.381" v="351"/>
          <ac:picMkLst>
            <pc:docMk/>
            <pc:sldMk cId="1134286612" sldId="263"/>
            <ac:picMk id="7" creationId="{7BA08A59-B3F3-FC83-6B4E-BD3E2E6DCEA8}"/>
          </ac:picMkLst>
        </pc:picChg>
        <pc:picChg chg="add mod">
          <ac:chgData name="sumathi j" userId="9765cd0fe4731363" providerId="LiveId" clId="{6759B8F6-452E-4B55-B554-F18C7D0BC100}" dt="2026-02-13T05:08:01.381" v="351"/>
          <ac:picMkLst>
            <pc:docMk/>
            <pc:sldMk cId="1134286612" sldId="263"/>
            <ac:picMk id="9" creationId="{FB20639F-E3A5-1825-37D6-04D42D09D859}"/>
          </ac:picMkLst>
        </pc:picChg>
        <pc:picChg chg="add mod ord">
          <ac:chgData name="sumathi j" userId="9765cd0fe4731363" providerId="LiveId" clId="{6759B8F6-452E-4B55-B554-F18C7D0BC100}" dt="2026-02-13T05:09:57.054" v="359" actId="26606"/>
          <ac:picMkLst>
            <pc:docMk/>
            <pc:sldMk cId="1134286612" sldId="263"/>
            <ac:picMk id="11" creationId="{DF3DD354-3A21-4872-2D13-13E4DEA17736}"/>
          </ac:picMkLst>
        </pc:picChg>
        <pc:picChg chg="add mod ord">
          <ac:chgData name="sumathi j" userId="9765cd0fe4731363" providerId="LiveId" clId="{6759B8F6-452E-4B55-B554-F18C7D0BC100}" dt="2026-02-13T05:09:57.054" v="359" actId="26606"/>
          <ac:picMkLst>
            <pc:docMk/>
            <pc:sldMk cId="1134286612" sldId="263"/>
            <ac:picMk id="13" creationId="{564D96BA-D62A-B8E3-B2F6-A880A873F0B9}"/>
          </ac:picMkLst>
        </pc:picChg>
        <pc:picChg chg="add mod">
          <ac:chgData name="sumathi j" userId="9765cd0fe4731363" providerId="LiveId" clId="{6759B8F6-452E-4B55-B554-F18C7D0BC100}" dt="2026-02-13T05:09:57.054" v="359" actId="26606"/>
          <ac:picMkLst>
            <pc:docMk/>
            <pc:sldMk cId="1134286612" sldId="263"/>
            <ac:picMk id="15" creationId="{68B56DFA-453D-B3CD-7DD6-4C75CE749D94}"/>
          </ac:picMkLst>
        </pc:picChg>
      </pc:sldChg>
      <pc:sldChg chg="addSp delSp modSp new del mod setBg setClrOvrMap">
        <pc:chgData name="sumathi j" userId="9765cd0fe4731363" providerId="LiveId" clId="{6759B8F6-452E-4B55-B554-F18C7D0BC100}" dt="2026-02-13T05:33:52.970" v="386" actId="2696"/>
        <pc:sldMkLst>
          <pc:docMk/>
          <pc:sldMk cId="684388792" sldId="264"/>
        </pc:sldMkLst>
        <pc:spChg chg="mod">
          <ac:chgData name="sumathi j" userId="9765cd0fe4731363" providerId="LiveId" clId="{6759B8F6-452E-4B55-B554-F18C7D0BC100}" dt="2026-02-13T05:33:20.777" v="380" actId="27636"/>
          <ac:spMkLst>
            <pc:docMk/>
            <pc:sldMk cId="684388792" sldId="264"/>
            <ac:spMk id="2" creationId="{B4D6C11C-3FA1-F2B7-126E-05C8FEDAD53A}"/>
          </ac:spMkLst>
        </pc:spChg>
        <pc:spChg chg="add del">
          <ac:chgData name="sumathi j" userId="9765cd0fe4731363" providerId="LiveId" clId="{6759B8F6-452E-4B55-B554-F18C7D0BC100}" dt="2026-02-13T05:31:22.544" v="373" actId="26606"/>
          <ac:spMkLst>
            <pc:docMk/>
            <pc:sldMk cId="684388792" sldId="264"/>
            <ac:spMk id="3" creationId="{DF0BC302-07BB-A231-5030-7682AF6EFCA8}"/>
          </ac:spMkLst>
        </pc:spChg>
        <pc:spChg chg="add del">
          <ac:chgData name="sumathi j" userId="9765cd0fe4731363" providerId="LiveId" clId="{6759B8F6-452E-4B55-B554-F18C7D0BC100}" dt="2026-02-13T05:31:15.610" v="368" actId="26606"/>
          <ac:spMkLst>
            <pc:docMk/>
            <pc:sldMk cId="684388792" sldId="264"/>
            <ac:spMk id="8" creationId="{A3E8498D-DA8F-EF6C-5420-F153D4979209}"/>
          </ac:spMkLst>
        </pc:spChg>
        <pc:spChg chg="add del">
          <ac:chgData name="sumathi j" userId="9765cd0fe4731363" providerId="LiveId" clId="{6759B8F6-452E-4B55-B554-F18C7D0BC100}" dt="2026-02-13T05:31:09.242" v="366" actId="26606"/>
          <ac:spMkLst>
            <pc:docMk/>
            <pc:sldMk cId="684388792" sldId="264"/>
            <ac:spMk id="10" creationId="{01A22726-DA03-BCB0-F12E-98258FB7E5C0}"/>
          </ac:spMkLst>
        </pc:spChg>
        <pc:spChg chg="add del">
          <ac:chgData name="sumathi j" userId="9765cd0fe4731363" providerId="LiveId" clId="{6759B8F6-452E-4B55-B554-F18C7D0BC100}" dt="2026-02-13T05:31:17.601" v="370" actId="26606"/>
          <ac:spMkLst>
            <pc:docMk/>
            <pc:sldMk cId="684388792" sldId="264"/>
            <ac:spMk id="11" creationId="{01A22726-DA03-BCB0-F12E-98258FB7E5C0}"/>
          </ac:spMkLst>
        </pc:spChg>
        <pc:spChg chg="add del">
          <ac:chgData name="sumathi j" userId="9765cd0fe4731363" providerId="LiveId" clId="{6759B8F6-452E-4B55-B554-F18C7D0BC100}" dt="2026-02-13T05:31:22.534" v="372" actId="26606"/>
          <ac:spMkLst>
            <pc:docMk/>
            <pc:sldMk cId="684388792" sldId="264"/>
            <ac:spMk id="14" creationId="{A3E8498D-DA8F-EF6C-5420-F153D4979209}"/>
          </ac:spMkLst>
        </pc:spChg>
        <pc:spChg chg="add">
          <ac:chgData name="sumathi j" userId="9765cd0fe4731363" providerId="LiveId" clId="{6759B8F6-452E-4B55-B554-F18C7D0BC100}" dt="2026-02-13T05:31:22.544" v="373" actId="26606"/>
          <ac:spMkLst>
            <pc:docMk/>
            <pc:sldMk cId="684388792" sldId="264"/>
            <ac:spMk id="16" creationId="{604B8143-3907-5396-F19C-4EDBFE8DED3F}"/>
          </ac:spMkLst>
        </pc:spChg>
        <pc:spChg chg="add mod">
          <ac:chgData name="sumathi j" userId="9765cd0fe4731363" providerId="LiveId" clId="{6759B8F6-452E-4B55-B554-F18C7D0BC100}" dt="2026-02-13T05:33:47.782" v="385" actId="113"/>
          <ac:spMkLst>
            <pc:docMk/>
            <pc:sldMk cId="684388792" sldId="264"/>
            <ac:spMk id="17" creationId="{DF0BC302-07BB-A231-5030-7682AF6EFCA8}"/>
          </ac:spMkLst>
        </pc:spChg>
        <pc:graphicFrameChg chg="add del">
          <ac:chgData name="sumathi j" userId="9765cd0fe4731363" providerId="LiveId" clId="{6759B8F6-452E-4B55-B554-F18C7D0BC100}" dt="2026-02-13T05:31:09.242" v="366" actId="26606"/>
          <ac:graphicFrameMkLst>
            <pc:docMk/>
            <pc:sldMk cId="684388792" sldId="264"/>
            <ac:graphicFrameMk id="5" creationId="{DF0BC302-07BB-A231-5030-7682AF6EFCA8}"/>
          </ac:graphicFrameMkLst>
        </pc:graphicFrameChg>
        <pc:graphicFrameChg chg="add del">
          <ac:chgData name="sumathi j" userId="9765cd0fe4731363" providerId="LiveId" clId="{6759B8F6-452E-4B55-B554-F18C7D0BC100}" dt="2026-02-13T05:31:17.601" v="370" actId="26606"/>
          <ac:graphicFrameMkLst>
            <pc:docMk/>
            <pc:sldMk cId="684388792" sldId="264"/>
            <ac:graphicFrameMk id="12" creationId="{DF0BC302-07BB-A231-5030-7682AF6EFCA8}"/>
          </ac:graphicFrameMkLst>
        </pc:graphicFrameChg>
      </pc:sldChg>
      <pc:sldChg chg="addSp delSp modSp new del mod">
        <pc:chgData name="sumathi j" userId="9765cd0fe4731363" providerId="LiveId" clId="{6759B8F6-452E-4B55-B554-F18C7D0BC100}" dt="2026-02-13T05:43:05.869" v="392" actId="680"/>
        <pc:sldMkLst>
          <pc:docMk/>
          <pc:sldMk cId="3114072403" sldId="264"/>
        </pc:sldMkLst>
        <pc:spChg chg="add del mod">
          <ac:chgData name="sumathi j" userId="9765cd0fe4731363" providerId="LiveId" clId="{6759B8F6-452E-4B55-B554-F18C7D0BC100}" dt="2026-02-13T05:40:42.707" v="391"/>
          <ac:spMkLst>
            <pc:docMk/>
            <pc:sldMk cId="3114072403" sldId="264"/>
            <ac:spMk id="3" creationId="{71365EE7-C385-94FB-2412-E9C0F63AC283}"/>
          </ac:spMkLst>
        </pc:spChg>
        <pc:picChg chg="add del mod ord">
          <ac:chgData name="sumathi j" userId="9765cd0fe4731363" providerId="LiveId" clId="{6759B8F6-452E-4B55-B554-F18C7D0BC100}" dt="2026-02-13T05:38:01.931" v="389" actId="22"/>
          <ac:picMkLst>
            <pc:docMk/>
            <pc:sldMk cId="3114072403" sldId="264"/>
            <ac:picMk id="5" creationId="{E76C7873-95B2-7C49-D9C6-4D1303141C1B}"/>
          </ac:picMkLst>
        </pc:picChg>
      </pc:sldChg>
      <pc:sldChg chg="addSp delSp modSp new mod">
        <pc:chgData name="sumathi j" userId="9765cd0fe4731363" providerId="LiveId" clId="{6759B8F6-452E-4B55-B554-F18C7D0BC100}" dt="2026-02-13T05:52:05.878" v="482" actId="255"/>
        <pc:sldMkLst>
          <pc:docMk/>
          <pc:sldMk cId="3141731465" sldId="264"/>
        </pc:sldMkLst>
        <pc:spChg chg="mod">
          <ac:chgData name="sumathi j" userId="9765cd0fe4731363" providerId="LiveId" clId="{6759B8F6-452E-4B55-B554-F18C7D0BC100}" dt="2026-02-13T05:52:05.878" v="482" actId="255"/>
          <ac:spMkLst>
            <pc:docMk/>
            <pc:sldMk cId="3141731465" sldId="264"/>
            <ac:spMk id="2" creationId="{ADED626A-042F-D43A-AB01-B59A97FB70A8}"/>
          </ac:spMkLst>
        </pc:spChg>
        <pc:spChg chg="del">
          <ac:chgData name="sumathi j" userId="9765cd0fe4731363" providerId="LiveId" clId="{6759B8F6-452E-4B55-B554-F18C7D0BC100}" dt="2026-02-13T05:47:16.586" v="394" actId="931"/>
          <ac:spMkLst>
            <pc:docMk/>
            <pc:sldMk cId="3141731465" sldId="264"/>
            <ac:spMk id="3" creationId="{7D2DD076-F64E-970C-6BCE-B95B9E34DD18}"/>
          </ac:spMkLst>
        </pc:spChg>
        <pc:picChg chg="add mod">
          <ac:chgData name="sumathi j" userId="9765cd0fe4731363" providerId="LiveId" clId="{6759B8F6-452E-4B55-B554-F18C7D0BC100}" dt="2026-02-13T05:47:39.324" v="402" actId="14100"/>
          <ac:picMkLst>
            <pc:docMk/>
            <pc:sldMk cId="3141731465" sldId="264"/>
            <ac:picMk id="5" creationId="{2F377DDF-6F95-5728-3659-F2113441464D}"/>
          </ac:picMkLst>
        </pc:picChg>
      </pc:sldChg>
      <pc:sldChg chg="addSp delSp modSp new mod">
        <pc:chgData name="sumathi j" userId="9765cd0fe4731363" providerId="LiveId" clId="{6759B8F6-452E-4B55-B554-F18C7D0BC100}" dt="2026-02-13T05:52:43.969" v="484" actId="6549"/>
        <pc:sldMkLst>
          <pc:docMk/>
          <pc:sldMk cId="1036800793" sldId="265"/>
        </pc:sldMkLst>
        <pc:spChg chg="mod">
          <ac:chgData name="sumathi j" userId="9765cd0fe4731363" providerId="LiveId" clId="{6759B8F6-452E-4B55-B554-F18C7D0BC100}" dt="2026-02-13T05:52:43.969" v="484" actId="6549"/>
          <ac:spMkLst>
            <pc:docMk/>
            <pc:sldMk cId="1036800793" sldId="265"/>
            <ac:spMk id="2" creationId="{DE9D9758-95F0-0BC3-05C1-18D1EC4F1EA6}"/>
          </ac:spMkLst>
        </pc:spChg>
        <pc:spChg chg="del">
          <ac:chgData name="sumathi j" userId="9765cd0fe4731363" providerId="LiveId" clId="{6759B8F6-452E-4B55-B554-F18C7D0BC100}" dt="2026-02-13T05:49:13.029" v="408" actId="931"/>
          <ac:spMkLst>
            <pc:docMk/>
            <pc:sldMk cId="1036800793" sldId="265"/>
            <ac:spMk id="3" creationId="{461DD690-C595-9DD9-9245-5D0D550F63B1}"/>
          </ac:spMkLst>
        </pc:spChg>
        <pc:picChg chg="add mod">
          <ac:chgData name="sumathi j" userId="9765cd0fe4731363" providerId="LiveId" clId="{6759B8F6-452E-4B55-B554-F18C7D0BC100}" dt="2026-02-13T05:49:24.173" v="413" actId="14100"/>
          <ac:picMkLst>
            <pc:docMk/>
            <pc:sldMk cId="1036800793" sldId="265"/>
            <ac:picMk id="5" creationId="{22CF819F-C7A7-BC83-EF38-40FF123A4959}"/>
          </ac:picMkLst>
        </pc:picChg>
      </pc:sldChg>
      <pc:sldChg chg="addSp delSp modSp new mod">
        <pc:chgData name="sumathi j" userId="9765cd0fe4731363" providerId="LiveId" clId="{6759B8F6-452E-4B55-B554-F18C7D0BC100}" dt="2026-02-13T05:55:16.395" v="522" actId="20577"/>
        <pc:sldMkLst>
          <pc:docMk/>
          <pc:sldMk cId="3690598054" sldId="266"/>
        </pc:sldMkLst>
        <pc:spChg chg="mod">
          <ac:chgData name="sumathi j" userId="9765cd0fe4731363" providerId="LiveId" clId="{6759B8F6-452E-4B55-B554-F18C7D0BC100}" dt="2026-02-13T05:55:16.395" v="522" actId="20577"/>
          <ac:spMkLst>
            <pc:docMk/>
            <pc:sldMk cId="3690598054" sldId="266"/>
            <ac:spMk id="2" creationId="{E6E1A82A-4FD4-7ECB-7C12-188FEAA566BE}"/>
          </ac:spMkLst>
        </pc:spChg>
        <pc:spChg chg="del">
          <ac:chgData name="sumathi j" userId="9765cd0fe4731363" providerId="LiveId" clId="{6759B8F6-452E-4B55-B554-F18C7D0BC100}" dt="2026-02-13T05:52:58.536" v="486" actId="931"/>
          <ac:spMkLst>
            <pc:docMk/>
            <pc:sldMk cId="3690598054" sldId="266"/>
            <ac:spMk id="3" creationId="{F47A72AB-F72F-8972-5E54-66B4376F6963}"/>
          </ac:spMkLst>
        </pc:spChg>
        <pc:picChg chg="add mod">
          <ac:chgData name="sumathi j" userId="9765cd0fe4731363" providerId="LiveId" clId="{6759B8F6-452E-4B55-B554-F18C7D0BC100}" dt="2026-02-13T05:53:13.681" v="491" actId="14100"/>
          <ac:picMkLst>
            <pc:docMk/>
            <pc:sldMk cId="3690598054" sldId="266"/>
            <ac:picMk id="5" creationId="{C70CBA7D-0F27-241B-7830-E84779C640C4}"/>
          </ac:picMkLst>
        </pc:picChg>
      </pc:sldChg>
      <pc:sldChg chg="modSp new mod">
        <pc:chgData name="sumathi j" userId="9765cd0fe4731363" providerId="LiveId" clId="{6759B8F6-452E-4B55-B554-F18C7D0BC100}" dt="2026-02-13T06:13:31.432" v="535" actId="207"/>
        <pc:sldMkLst>
          <pc:docMk/>
          <pc:sldMk cId="2596869128" sldId="267"/>
        </pc:sldMkLst>
        <pc:spChg chg="mod">
          <ac:chgData name="sumathi j" userId="9765cd0fe4731363" providerId="LiveId" clId="{6759B8F6-452E-4B55-B554-F18C7D0BC100}" dt="2026-02-13T05:58:20.196" v="524"/>
          <ac:spMkLst>
            <pc:docMk/>
            <pc:sldMk cId="2596869128" sldId="267"/>
            <ac:spMk id="2" creationId="{C5F04AE7-9EBD-5CBA-ACA5-235A56107E35}"/>
          </ac:spMkLst>
        </pc:spChg>
        <pc:spChg chg="mod">
          <ac:chgData name="sumathi j" userId="9765cd0fe4731363" providerId="LiveId" clId="{6759B8F6-452E-4B55-B554-F18C7D0BC100}" dt="2026-02-13T06:13:31.432" v="535" actId="207"/>
          <ac:spMkLst>
            <pc:docMk/>
            <pc:sldMk cId="2596869128" sldId="267"/>
            <ac:spMk id="3" creationId="{9B087968-1170-1AC3-772B-9BA1FBE43992}"/>
          </ac:spMkLst>
        </pc:spChg>
      </pc:sldChg>
      <pc:sldChg chg="addSp modSp new mod">
        <pc:chgData name="sumathi j" userId="9765cd0fe4731363" providerId="LiveId" clId="{6759B8F6-452E-4B55-B554-F18C7D0BC100}" dt="2026-02-13T06:20:33.216" v="685" actId="6549"/>
        <pc:sldMkLst>
          <pc:docMk/>
          <pc:sldMk cId="2062959418" sldId="268"/>
        </pc:sldMkLst>
        <pc:spChg chg="mod">
          <ac:chgData name="sumathi j" userId="9765cd0fe4731363" providerId="LiveId" clId="{6759B8F6-452E-4B55-B554-F18C7D0BC100}" dt="2026-02-13T06:18:35.932" v="619" actId="113"/>
          <ac:spMkLst>
            <pc:docMk/>
            <pc:sldMk cId="2062959418" sldId="268"/>
            <ac:spMk id="2" creationId="{B674ACB6-6B5B-15A0-2432-EE38E97FDCA6}"/>
          </ac:spMkLst>
        </pc:spChg>
        <pc:spChg chg="mod">
          <ac:chgData name="sumathi j" userId="9765cd0fe4731363" providerId="LiveId" clId="{6759B8F6-452E-4B55-B554-F18C7D0BC100}" dt="2026-02-13T06:20:33.216" v="685" actId="6549"/>
          <ac:spMkLst>
            <pc:docMk/>
            <pc:sldMk cId="2062959418" sldId="268"/>
            <ac:spMk id="3" creationId="{03312CE5-2301-C5F7-9907-D005C16812AF}"/>
          </ac:spMkLst>
        </pc:spChg>
        <pc:spChg chg="add">
          <ac:chgData name="sumathi j" userId="9765cd0fe4731363" providerId="LiveId" clId="{6759B8F6-452E-4B55-B554-F18C7D0BC100}" dt="2026-02-13T06:19:06.910" v="621"/>
          <ac:spMkLst>
            <pc:docMk/>
            <pc:sldMk cId="2062959418" sldId="268"/>
            <ac:spMk id="4" creationId="{3D5A81E3-05F6-0E27-8BF1-A5C6E63CB28C}"/>
          </ac:spMkLst>
        </pc:spChg>
        <pc:spChg chg="add">
          <ac:chgData name="sumathi j" userId="9765cd0fe4731363" providerId="LiveId" clId="{6759B8F6-452E-4B55-B554-F18C7D0BC100}" dt="2026-02-13T06:19:06.910" v="621"/>
          <ac:spMkLst>
            <pc:docMk/>
            <pc:sldMk cId="2062959418" sldId="268"/>
            <ac:spMk id="5" creationId="{FF4E53C5-3711-BECC-C409-F3633147B564}"/>
          </ac:spMkLst>
        </pc:spChg>
        <pc:spChg chg="add">
          <ac:chgData name="sumathi j" userId="9765cd0fe4731363" providerId="LiveId" clId="{6759B8F6-452E-4B55-B554-F18C7D0BC100}" dt="2026-02-13T06:19:06.910" v="621"/>
          <ac:spMkLst>
            <pc:docMk/>
            <pc:sldMk cId="2062959418" sldId="268"/>
            <ac:spMk id="6" creationId="{3BBA93AB-25C2-900B-5218-4EA8E6AC0DFE}"/>
          </ac:spMkLst>
        </pc:spChg>
        <pc:spChg chg="add mod">
          <ac:chgData name="sumathi j" userId="9765cd0fe4731363" providerId="LiveId" clId="{6759B8F6-452E-4B55-B554-F18C7D0BC100}" dt="2026-02-13T06:19:09.930" v="622"/>
          <ac:spMkLst>
            <pc:docMk/>
            <pc:sldMk cId="2062959418" sldId="268"/>
            <ac:spMk id="7" creationId="{AD8002F6-8C50-3D1C-7ACC-7D33E78319E0}"/>
          </ac:spMkLst>
        </pc:spChg>
        <pc:spChg chg="add mod">
          <ac:chgData name="sumathi j" userId="9765cd0fe4731363" providerId="LiveId" clId="{6759B8F6-452E-4B55-B554-F18C7D0BC100}" dt="2026-02-13T06:19:09.930" v="622"/>
          <ac:spMkLst>
            <pc:docMk/>
            <pc:sldMk cId="2062959418" sldId="268"/>
            <ac:spMk id="8" creationId="{3F87783C-A56C-7006-CE9F-5E0C8BA0BD16}"/>
          </ac:spMkLst>
        </pc:spChg>
        <pc:spChg chg="add mod">
          <ac:chgData name="sumathi j" userId="9765cd0fe4731363" providerId="LiveId" clId="{6759B8F6-452E-4B55-B554-F18C7D0BC100}" dt="2026-02-13T06:19:09.930" v="622"/>
          <ac:spMkLst>
            <pc:docMk/>
            <pc:sldMk cId="2062959418" sldId="268"/>
            <ac:spMk id="9" creationId="{ED39452C-257F-EF8B-8A0C-66D60D97BB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56D39-25C0-EBFB-DCB8-8D55810A4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6EE8D-1991-41A1-C4FD-680AFC6B9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2699C-5C9B-00B5-9A82-A1E4DF16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8E121-B5B3-C5DE-9A10-5C0D6928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4FE5D-ADE9-4293-81C8-BDB96502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106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DF92-D5C3-2E0C-08BF-909C23D9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9B7EA-2308-E03A-87D0-5673D6761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ABC3B-CB18-3C02-1FF4-958E9E251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8E039-3E79-6932-8148-A3CB54464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E518E-A6B2-F03F-9A8E-6F8755D79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28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A889-3190-F0BF-BE95-E28A94A4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540B-8648-9388-4B43-A03D52D9A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59517-4246-4E14-7CB4-402A9B68D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78C70-6E12-77CD-3BBB-ADC01368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5A635-C70F-C48F-D376-4AB9B43A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093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3741-8906-AF4D-2D3A-CADD1B0E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9AA9E-B0AC-E449-9726-236CE22A2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1C898-45D1-100F-9CEA-2A42309C2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A6800-9B51-FCCE-4691-EBA99DFD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D3AAB-493C-CF8C-0F69-9FE24B868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4A44D-EA84-5F84-4198-7FC48BAF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518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8AB5-1551-35C4-68C0-DB36F2279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82536-267D-50AE-5448-28C3D345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640C5-8032-2C57-3168-C08DE057E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F1090-0E48-F2FF-E7BD-C4E1347BD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7184DD-7D55-60B6-3F5F-C04498FCA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C2516-D816-51EE-B4B1-BDFFDC01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F0492-E304-1296-2824-9C924A86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40FB50-7DF6-AEED-1413-E910E2DD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79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241A-004B-D9CB-9497-599C1CEE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BC983-C21E-95B6-B18B-70F71E2D7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2CEA9-F962-8279-4DBE-D9DF724A9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17351-0EA8-7D7D-F84D-041DD3368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322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53E76-7A67-9507-CDD8-AD02B372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3EFCC1-E097-FB42-FDCC-B7C8A81E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F8779-F869-298C-CDF5-E37D2885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0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E54F-7478-B8A8-38CD-EFF0CCAC9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A5173-5BEE-85F6-1D99-AD9389EF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C73C5-9F4D-E124-7BBB-CB0BACDE8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55411-E26B-136A-9550-7F90E23B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E7697-B5BB-DD91-26DD-000260521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61500-7B8E-2B34-44DB-5019F106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3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4D83-605F-593E-220A-30D7E515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527C8-408C-6AF7-EF7F-3A884465B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96F01-EC66-9714-3163-C7BB4356E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9528E-4EBE-3471-E917-548B3D2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403A2-BB33-39A2-F014-A0A73A5E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3FC1A-9A47-03A0-47D4-7B7F5C27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92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D831-CCA7-EB64-CE85-F68DE906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62E0A-F084-27BE-A753-E107A20C1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D8619-5F7E-1886-98B1-699E296C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7E483-E2D9-8C01-BE5D-45893233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0D731-85F1-2B0C-B463-A025B996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5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A93E4-2B52-7DB8-26D0-3C0D5EECE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76E2FB-D66F-5A69-69ED-6875C7EC6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33F3B-6D15-0C66-1F2E-D640C2FD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2D20F-A7CB-6226-5EE5-103F42AB1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BEE03-2C98-693E-C959-1FD3C9DB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93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3241EF-03EE-15B1-5E56-0F77980CA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5D61-3BC9-93AD-E843-1024A3E2B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4E958-91F8-6817-4BF5-C1A8F797C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BB7BF-9FD3-49FE-95EE-EEA62BAA1086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18ADF-5965-111D-7B24-C01AE8E1E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5F79C-50F0-464A-57FE-9B036C359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611D3-A37A-4088-8094-BD7816B1A3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9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umathy711/PhonePe-Pulse-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BC6AB-F4E8-220F-9192-0D53C7AF8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675" y="1122363"/>
            <a:ext cx="11012993" cy="2387600"/>
          </a:xfrm>
        </p:spPr>
        <p:txBody>
          <a:bodyPr/>
          <a:lstStyle/>
          <a:p>
            <a:r>
              <a:rPr lang="en-US" dirty="0" err="1">
                <a:solidFill>
                  <a:schemeClr val="accent4"/>
                </a:solidFill>
              </a:rPr>
              <a:t>PhonePe</a:t>
            </a:r>
            <a:r>
              <a:rPr lang="en-US" dirty="0">
                <a:solidFill>
                  <a:schemeClr val="accent4"/>
                </a:solidFill>
              </a:rPr>
              <a:t> Pulse: Transaction &amp; User Insights</a:t>
            </a:r>
            <a:r>
              <a:rPr lang="en-US" dirty="0"/>
              <a:t> (2018–2024)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B849D-6E48-1A6D-8DFD-FA01F90BE1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An Interactive Data Analytics &amp; Visualization Project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2D4957-FFA2-674F-1625-E0318EBF26F2}"/>
              </a:ext>
            </a:extLst>
          </p:cNvPr>
          <p:cNvSpPr txBox="1"/>
          <p:nvPr/>
        </p:nvSpPr>
        <p:spPr>
          <a:xfrm>
            <a:off x="7608277" y="5257800"/>
            <a:ext cx="4168391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E6E8F0"/>
                </a:solidFill>
                <a:effectLst/>
                <a:latin typeface="Google Sans"/>
              </a:rPr>
              <a:t>               </a:t>
            </a:r>
            <a:r>
              <a:rPr lang="en-US" b="0" i="0" dirty="0">
                <a:solidFill>
                  <a:schemeClr val="tx2"/>
                </a:solidFill>
                <a:effectLst/>
                <a:latin typeface="Google Sans"/>
              </a:rPr>
              <a:t>J.</a:t>
            </a:r>
            <a:r>
              <a:rPr lang="en-US" b="0" i="0" dirty="0">
                <a:solidFill>
                  <a:srgbClr val="E6E8F0"/>
                </a:solidFill>
                <a:effectLst/>
                <a:latin typeface="Google Sans"/>
              </a:rPr>
              <a:t> </a:t>
            </a:r>
            <a:r>
              <a:rPr lang="en-US" b="0" i="0" dirty="0">
                <a:solidFill>
                  <a:srgbClr val="002060"/>
                </a:solidFill>
                <a:effectLst/>
                <a:latin typeface="Google Sans"/>
              </a:rPr>
              <a:t>SUMATHI GURUNATHAN</a:t>
            </a:r>
            <a:endParaRPr lang="en-IN" b="0" i="0" dirty="0">
              <a:solidFill>
                <a:srgbClr val="002060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16811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D3D739-8FD5-6E8D-435F-90B4C8784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56" y="187890"/>
            <a:ext cx="11711834" cy="5994785"/>
          </a:xfrm>
        </p:spPr>
        <p:txBody>
          <a:bodyPr anchor="t">
            <a:normAutofit fontScale="90000"/>
          </a:bodyPr>
          <a:lstStyle/>
          <a:p>
            <a:r>
              <a:rPr lang="en-IN" b="1" dirty="0"/>
              <a:t> Objective:</a:t>
            </a:r>
            <a:br>
              <a:rPr lang="en-IN" b="1" dirty="0"/>
            </a:br>
            <a:r>
              <a:rPr lang="en-IN" b="1" dirty="0"/>
              <a:t>                   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Analyzing the vast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PhonePe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Pulse dataset to understand digital payment dynamics across India.</a:t>
            </a:r>
            <a:r>
              <a:rPr lang="en-US" b="1" dirty="0"/>
              <a:t> </a:t>
            </a:r>
            <a:br>
              <a:rPr lang="en-IN" b="1" dirty="0"/>
            </a:br>
            <a:br>
              <a:rPr lang="en-US" sz="32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4000" b="1" u="sng" dirty="0"/>
              <a:t>Key Goals:</a:t>
            </a:r>
            <a:br>
              <a:rPr lang="en-US" sz="3600" b="1" dirty="0"/>
            </a:br>
            <a:br>
              <a:rPr lang="en-US" sz="3600" dirty="0"/>
            </a:br>
            <a:r>
              <a:rPr lang="en-US" sz="3600" dirty="0"/>
              <a:t>1.</a:t>
            </a:r>
            <a:r>
              <a:rPr lang="en-US" sz="3600" dirty="0">
                <a:solidFill>
                  <a:schemeClr val="accent5">
                    <a:lumMod val="50000"/>
                  </a:schemeClr>
                </a:solidFill>
              </a:rPr>
              <a:t>Extract and clean JSON data from the </a:t>
            </a:r>
            <a:r>
              <a:rPr lang="en-US" sz="3600" dirty="0" err="1">
                <a:solidFill>
                  <a:schemeClr val="accent5">
                    <a:lumMod val="50000"/>
                  </a:schemeClr>
                </a:solidFill>
              </a:rPr>
              <a:t>PhonePe</a:t>
            </a:r>
            <a:r>
              <a:rPr lang="en-US" sz="3600" dirty="0">
                <a:solidFill>
                  <a:schemeClr val="accent5">
                    <a:lumMod val="50000"/>
                  </a:schemeClr>
                </a:solidFill>
              </a:rPr>
              <a:t> Pulse GitHub.</a:t>
            </a:r>
            <a:br>
              <a:rPr lang="en-US" sz="3600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sz="36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accent5">
                    <a:lumMod val="50000"/>
                  </a:schemeClr>
                </a:solidFill>
              </a:rPr>
              <a:t>2.Build a robust </a:t>
            </a:r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SQL Database</a:t>
            </a:r>
            <a:r>
              <a:rPr lang="en-US" sz="3600" dirty="0">
                <a:solidFill>
                  <a:schemeClr val="accent5">
                    <a:lumMod val="50000"/>
                  </a:schemeClr>
                </a:solidFill>
              </a:rPr>
              <a:t> for high-speed querying.</a:t>
            </a:r>
            <a:br>
              <a:rPr lang="en-US" sz="3600" dirty="0">
                <a:solidFill>
                  <a:schemeClr val="accent5">
                    <a:lumMod val="50000"/>
                  </a:schemeClr>
                </a:solidFill>
              </a:rPr>
            </a:br>
            <a:br>
              <a:rPr lang="en-US" sz="36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3600" dirty="0">
                <a:solidFill>
                  <a:schemeClr val="accent5">
                    <a:lumMod val="50000"/>
                  </a:schemeClr>
                </a:solidFill>
              </a:rPr>
              <a:t>3.Create an interactive </a:t>
            </a:r>
            <a:r>
              <a:rPr lang="en-US" sz="3600" b="1" dirty="0" err="1">
                <a:solidFill>
                  <a:schemeClr val="accent5">
                    <a:lumMod val="50000"/>
                  </a:schemeClr>
                </a:solidFill>
              </a:rPr>
              <a:t>Streamlit</a:t>
            </a:r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 Dashboard</a:t>
            </a:r>
            <a:r>
              <a:rPr lang="en-US" sz="3600" dirty="0">
                <a:solidFill>
                  <a:schemeClr val="accent5">
                    <a:lumMod val="50000"/>
                  </a:schemeClr>
                </a:solidFill>
              </a:rPr>
              <a:t> for real-time business insights.</a:t>
            </a:r>
            <a:br>
              <a:rPr lang="en-US" sz="3600" dirty="0">
                <a:solidFill>
                  <a:schemeClr val="accent5">
                    <a:lumMod val="50000"/>
                  </a:schemeClr>
                </a:solidFill>
              </a:rPr>
            </a:br>
            <a:endParaRPr lang="en-IN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0476-2ED5-5527-B6CA-A8C44701AE02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 flipH="1">
            <a:off x="12075089" y="951978"/>
            <a:ext cx="45719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24628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429C-ADAA-F101-564F-A5706A0F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Technical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176B3-0F67-8E8D-FFCA-268D6E224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7030A0"/>
                </a:solidFill>
              </a:rPr>
              <a:t>Language</a:t>
            </a:r>
            <a:r>
              <a:rPr lang="en-IN" b="1" dirty="0"/>
              <a:t>:</a:t>
            </a:r>
            <a:r>
              <a:rPr lang="en-IN" dirty="0"/>
              <a:t> </a:t>
            </a:r>
            <a:r>
              <a:rPr lang="en-IN" dirty="0">
                <a:solidFill>
                  <a:srgbClr val="00B050"/>
                </a:solidFill>
              </a:rPr>
              <a:t>Python (Pandas for data cleaning, OS/JSON for parsing).</a:t>
            </a:r>
          </a:p>
          <a:p>
            <a:r>
              <a:rPr lang="en-IN" b="1" dirty="0">
                <a:solidFill>
                  <a:srgbClr val="7030A0"/>
                </a:solidFill>
              </a:rPr>
              <a:t>Database</a:t>
            </a:r>
            <a:r>
              <a:rPr lang="en-IN" b="1" dirty="0"/>
              <a:t>:</a:t>
            </a:r>
            <a:r>
              <a:rPr lang="en-IN" dirty="0"/>
              <a:t> </a:t>
            </a:r>
            <a:r>
              <a:rPr lang="en-IN" b="1" dirty="0"/>
              <a:t>PostgreSQL</a:t>
            </a:r>
            <a:r>
              <a:rPr lang="en-IN" dirty="0">
                <a:solidFill>
                  <a:srgbClr val="00B050"/>
                </a:solidFill>
              </a:rPr>
              <a:t> (storage for aggregated and map data).</a:t>
            </a:r>
          </a:p>
          <a:p>
            <a:r>
              <a:rPr lang="en-IN" b="1" dirty="0">
                <a:solidFill>
                  <a:srgbClr val="7030A0"/>
                </a:solidFill>
              </a:rPr>
              <a:t>Visualization</a:t>
            </a:r>
            <a:r>
              <a:rPr lang="en-IN" b="1" dirty="0"/>
              <a:t>:</a:t>
            </a:r>
            <a:r>
              <a:rPr lang="en-IN" dirty="0"/>
              <a:t> </a:t>
            </a:r>
            <a:r>
              <a:rPr lang="en-IN" dirty="0" err="1">
                <a:solidFill>
                  <a:srgbClr val="00B050"/>
                </a:solidFill>
              </a:rPr>
              <a:t>Plotly</a:t>
            </a:r>
            <a:r>
              <a:rPr lang="en-IN" dirty="0">
                <a:solidFill>
                  <a:srgbClr val="00B050"/>
                </a:solidFill>
              </a:rPr>
              <a:t> Express (Interactive Choropleth Maps and Charts). </a:t>
            </a:r>
            <a:r>
              <a:rPr lang="en-US" dirty="0" err="1"/>
              <a:t>Plotly</a:t>
            </a:r>
            <a:r>
              <a:rPr lang="en-US" dirty="0"/>
              <a:t> and </a:t>
            </a:r>
            <a:r>
              <a:rPr lang="en-US" dirty="0" err="1"/>
              <a:t>GeoJSON</a:t>
            </a:r>
            <a:r>
              <a:rPr lang="en-US" dirty="0"/>
              <a:t> </a:t>
            </a:r>
            <a:r>
              <a:rPr lang="en-US" dirty="0">
                <a:solidFill>
                  <a:schemeClr val="accent6"/>
                </a:solidFill>
              </a:rPr>
              <a:t>for the mapping.</a:t>
            </a:r>
            <a:endParaRPr lang="en-IN" dirty="0">
              <a:solidFill>
                <a:schemeClr val="accent6"/>
              </a:solidFill>
            </a:endParaRPr>
          </a:p>
          <a:p>
            <a:r>
              <a:rPr lang="en-IN" b="1" dirty="0">
                <a:solidFill>
                  <a:srgbClr val="7030A0"/>
                </a:solidFill>
              </a:rPr>
              <a:t>Web Framework</a:t>
            </a:r>
            <a:r>
              <a:rPr lang="en-IN" b="1" dirty="0"/>
              <a:t>:</a:t>
            </a:r>
            <a:r>
              <a:rPr lang="en-IN" dirty="0"/>
              <a:t> </a:t>
            </a:r>
            <a:r>
              <a:rPr lang="en-IN" dirty="0" err="1">
                <a:solidFill>
                  <a:srgbClr val="00B050"/>
                </a:solidFill>
              </a:rPr>
              <a:t>Streamlit</a:t>
            </a:r>
            <a:r>
              <a:rPr lang="en-IN" dirty="0">
                <a:solidFill>
                  <a:srgbClr val="00B050"/>
                </a:solidFill>
              </a:rPr>
              <a:t> (User interface and dashboard hosting).</a:t>
            </a:r>
          </a:p>
          <a:p>
            <a:r>
              <a:rPr lang="en-IN" b="1" dirty="0">
                <a:solidFill>
                  <a:srgbClr val="7030A0"/>
                </a:solidFill>
              </a:rPr>
              <a:t>Environment</a:t>
            </a:r>
            <a:r>
              <a:rPr lang="en-IN" b="1" dirty="0"/>
              <a:t>:</a:t>
            </a:r>
            <a:r>
              <a:rPr lang="en-IN" dirty="0"/>
              <a:t> </a:t>
            </a:r>
            <a:r>
              <a:rPr lang="en-IN" dirty="0">
                <a:solidFill>
                  <a:srgbClr val="00B050"/>
                </a:solidFill>
              </a:rPr>
              <a:t>VS Code and GitHub.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66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80F0-42DA-1A3C-5540-366EAF9E8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7162"/>
          </a:xfrm>
        </p:spPr>
        <p:txBody>
          <a:bodyPr/>
          <a:lstStyle/>
          <a:p>
            <a:r>
              <a:rPr lang="en-IN" b="1" dirty="0"/>
              <a:t>      Geospatial Analysis (India 2D Map)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31F3F-0963-38DA-7E83-ABC02883E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Feature</a:t>
            </a:r>
            <a:r>
              <a:rPr lang="en-US" b="1" dirty="0"/>
              <a:t>:</a:t>
            </a:r>
            <a:r>
              <a:rPr lang="en-US" dirty="0"/>
              <a:t> Interactive Choropleth Map of India.</a:t>
            </a:r>
          </a:p>
          <a:p>
            <a:r>
              <a:rPr lang="en-US" b="1" dirty="0">
                <a:solidFill>
                  <a:schemeClr val="accent3"/>
                </a:solidFill>
              </a:rPr>
              <a:t>Purpose</a:t>
            </a:r>
            <a:r>
              <a:rPr lang="en-US" b="1" dirty="0"/>
              <a:t>:</a:t>
            </a:r>
            <a:r>
              <a:rPr lang="en-US" dirty="0"/>
              <a:t> To visualize the "Density of Transactions" across different states and districts.</a:t>
            </a:r>
          </a:p>
          <a:p>
            <a:r>
              <a:rPr lang="en-US" b="1" dirty="0">
                <a:solidFill>
                  <a:schemeClr val="accent3"/>
                </a:solidFill>
              </a:rPr>
              <a:t>How it works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Linked SQL data with a </a:t>
            </a:r>
            <a:r>
              <a:rPr lang="en-US" b="1" dirty="0" err="1"/>
              <a:t>GeoJSON</a:t>
            </a:r>
            <a:r>
              <a:rPr lang="en-US" dirty="0"/>
              <a:t> file of India.</a:t>
            </a:r>
          </a:p>
          <a:p>
            <a:pPr lvl="1"/>
            <a:r>
              <a:rPr lang="en-US" dirty="0"/>
              <a:t>Used </a:t>
            </a:r>
            <a:r>
              <a:rPr lang="en-US" b="1" dirty="0" err="1"/>
              <a:t>Plotly</a:t>
            </a:r>
            <a:r>
              <a:rPr lang="en-US" b="1" dirty="0"/>
              <a:t> Express</a:t>
            </a:r>
            <a:r>
              <a:rPr lang="en-US" dirty="0"/>
              <a:t> (</a:t>
            </a:r>
            <a:r>
              <a:rPr lang="en-US" dirty="0" err="1"/>
              <a:t>px.choropleth</a:t>
            </a:r>
            <a:r>
              <a:rPr lang="en-US" dirty="0"/>
              <a:t>) to color-code states based on transaction amounts.</a:t>
            </a:r>
          </a:p>
          <a:p>
            <a:r>
              <a:rPr lang="en-US" b="1" dirty="0">
                <a:solidFill>
                  <a:schemeClr val="accent3"/>
                </a:solidFill>
              </a:rPr>
              <a:t>Key Insight</a:t>
            </a:r>
            <a:r>
              <a:rPr lang="en-US" b="1" dirty="0"/>
              <a:t>:</a:t>
            </a:r>
            <a:r>
              <a:rPr lang="en-US" dirty="0"/>
              <a:t> The map immediately identifies "Dark Zones" (high activity) in the South and West, and "Light Zones" (growth opportunities) in Central and North-East India.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878528-1B99-FDAF-E7E9-B203F0BEB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Key Insight: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The map immediately identifies "Dark Zones" (high activity) in the South and West, and "Light Zones" (growth opportunities) in Central and North-East India.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864FF6-E309-1087-6436-2B7333E29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47D9417-C387-B87F-57B8-71D78A52B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00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C40D4-9015-66D1-14F5-71726F848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6" y="815677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 Interactive Choropleth Map of India.</a:t>
            </a:r>
            <a:endParaRPr lang="en-US" sz="6600" dirty="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B56DFA-453D-B3CD-7DD6-4C75CE749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3010485"/>
            <a:ext cx="3758184" cy="2818638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4D96BA-D62A-B8E3-B2F6-A880A873F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08" y="3010485"/>
            <a:ext cx="3758184" cy="2818638"/>
          </a:xfrm>
          <a:prstGeom prst="rect">
            <a:avLst/>
          </a:prstGeom>
        </p:spPr>
      </p:pic>
      <p:pic>
        <p:nvPicPr>
          <p:cNvPr id="11" name="Content Placeholder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F3DD354-3A21-4872-2D13-13E4DEA17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208" y="3010485"/>
            <a:ext cx="3758184" cy="281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8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E859D-357A-7A88-BA0D-03B34FAE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891"/>
            <a:ext cx="10515600" cy="926926"/>
          </a:xfrm>
        </p:spPr>
        <p:txBody>
          <a:bodyPr>
            <a:normAutofit/>
          </a:bodyPr>
          <a:lstStyle/>
          <a:p>
            <a:r>
              <a:rPr lang="en-IN" sz="4800" b="1" dirty="0"/>
              <a:t>                              Data Pipeline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8AAB4-0D31-6178-5AEF-2742C83B9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181"/>
            <a:ext cx="10515600" cy="4886782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Step 1: Data Extraction</a:t>
            </a:r>
            <a:r>
              <a:rPr lang="en-US" b="1" dirty="0"/>
              <a:t>:</a:t>
            </a:r>
            <a:r>
              <a:rPr lang="en-US" dirty="0"/>
              <a:t> Cloned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GitHub data </a:t>
            </a:r>
            <a:r>
              <a:rPr lang="en-US" dirty="0"/>
              <a:t>and parsed nested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JSON files </a:t>
            </a:r>
            <a:r>
              <a:rPr lang="en-US" dirty="0"/>
              <a:t>using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Python.</a:t>
            </a:r>
          </a:p>
          <a:p>
            <a:endParaRPr lang="en-US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Step 2: Database Migration</a:t>
            </a:r>
            <a:r>
              <a:rPr lang="en-US" b="1" dirty="0"/>
              <a:t>:</a:t>
            </a:r>
            <a:r>
              <a:rPr lang="en-US" sz="3200" dirty="0"/>
              <a:t> </a:t>
            </a:r>
            <a:r>
              <a:rPr lang="en-US" dirty="0"/>
              <a:t>Successfully uploaded clean </a:t>
            </a:r>
            <a:r>
              <a:rPr lang="en-US" sz="3200" dirty="0"/>
              <a:t>data </a:t>
            </a:r>
            <a:r>
              <a:rPr lang="en-US" dirty="0"/>
              <a:t>into 12 SQL tables (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Aggregated, Map, and Top tables</a:t>
            </a:r>
            <a:r>
              <a:rPr lang="en-US" dirty="0"/>
              <a:t>).</a:t>
            </a:r>
          </a:p>
          <a:p>
            <a:endParaRPr lang="en-US" sz="32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Step 3: Analysis</a:t>
            </a:r>
            <a:r>
              <a:rPr lang="en-US" sz="3200" b="1" dirty="0"/>
              <a:t>:</a:t>
            </a:r>
            <a:r>
              <a:rPr lang="en-US" sz="3200" dirty="0"/>
              <a:t> </a:t>
            </a:r>
            <a:r>
              <a:rPr lang="en-US" dirty="0"/>
              <a:t>Performed SQL queries to identify top-performing states and payment categories.</a:t>
            </a:r>
          </a:p>
          <a:p>
            <a:endParaRPr lang="en-US" sz="32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Step 4: Dashboarding</a:t>
            </a:r>
            <a:r>
              <a:rPr lang="en-US" b="1" dirty="0"/>
              <a:t>:</a:t>
            </a:r>
            <a:r>
              <a:rPr lang="en-US" dirty="0"/>
              <a:t> Integrated Python and SQL to display insights dynamically.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15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626A-042F-D43A-AB01-B59A97FB7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02706"/>
          </a:xfrm>
        </p:spPr>
        <p:txBody>
          <a:bodyPr>
            <a:noAutofit/>
          </a:bodyPr>
          <a:lstStyle/>
          <a:p>
            <a:r>
              <a:rPr lang="en-IN" b="1" dirty="0"/>
              <a:t>TOTAL TRANSACTION VALUE(</a:t>
            </a:r>
            <a:r>
              <a:rPr lang="en-IN" sz="2800" b="1" dirty="0"/>
              <a:t>TOP 10 STATES</a:t>
            </a:r>
            <a:r>
              <a:rPr lang="en-IN" b="1" dirty="0"/>
              <a:t>)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2F377DDF-6F95-5728-3659-F21134414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655" y="1302707"/>
            <a:ext cx="9933139" cy="5190168"/>
          </a:xfrm>
        </p:spPr>
      </p:pic>
    </p:spTree>
    <p:extLst>
      <p:ext uri="{BB962C8B-B14F-4D97-AF65-F5344CB8AC3E}">
        <p14:creationId xmlns:p14="http://schemas.microsoft.com/office/powerpoint/2010/main" val="3141731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9758-95F0-0BC3-05C1-18D1EC4F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TYPES</a:t>
            </a:r>
            <a:endParaRPr lang="en-IN" dirty="0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2CF819F-C7A7-BC83-EF38-40FF123A4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44" y="1825625"/>
            <a:ext cx="10515600" cy="4667250"/>
          </a:xfrm>
        </p:spPr>
      </p:pic>
    </p:spTree>
    <p:extLst>
      <p:ext uri="{BB962C8B-B14F-4D97-AF65-F5344CB8AC3E}">
        <p14:creationId xmlns:p14="http://schemas.microsoft.com/office/powerpoint/2010/main" val="1036800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A82A-4FD4-7ECB-7C12-188FEAA56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IN 2024 COMPARED TO 2023</a:t>
            </a:r>
            <a:endParaRPr lang="en-IN" dirty="0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70CBA7D-0F27-241B-7830-E84779C64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17" y="1825625"/>
            <a:ext cx="9331890" cy="4667250"/>
          </a:xfrm>
        </p:spPr>
      </p:pic>
    </p:spTree>
    <p:extLst>
      <p:ext uri="{BB962C8B-B14F-4D97-AF65-F5344CB8AC3E}">
        <p14:creationId xmlns:p14="http://schemas.microsoft.com/office/powerpoint/2010/main" val="369059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47A7C-5FF7-CAD0-8BE5-12FB20D58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7682"/>
            <a:ext cx="10515600" cy="1352812"/>
          </a:xfrm>
        </p:spPr>
        <p:txBody>
          <a:bodyPr/>
          <a:lstStyle/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Key Business Insights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88900-9F05-5F79-7973-6F920CBE8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764"/>
            <a:ext cx="10515600" cy="5574083"/>
          </a:xfrm>
        </p:spPr>
        <p:txBody>
          <a:bodyPr/>
          <a:lstStyle/>
          <a:p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Geographical Dominance</a:t>
            </a:r>
            <a:r>
              <a:rPr lang="en-US" b="1" dirty="0"/>
              <a:t>:</a:t>
            </a:r>
            <a:r>
              <a:rPr lang="en-US" dirty="0"/>
              <a:t> Southern India (</a:t>
            </a:r>
            <a:r>
              <a:rPr lang="en-US" b="1" dirty="0"/>
              <a:t>Karnataka</a:t>
            </a:r>
            <a:r>
              <a:rPr lang="en-US" dirty="0"/>
              <a:t>, </a:t>
            </a:r>
            <a:r>
              <a:rPr lang="en-US" b="1" dirty="0"/>
              <a:t>Telangana</a:t>
            </a:r>
            <a:r>
              <a:rPr lang="en-US" dirty="0"/>
              <a:t>) leads in total transaction value, while rural areas show high user registration growth.</a:t>
            </a:r>
          </a:p>
          <a:p>
            <a:endParaRPr lang="en-US" dirty="0"/>
          </a:p>
          <a:p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Payment Trends</a:t>
            </a:r>
            <a:r>
              <a:rPr lang="en-US" b="1" dirty="0"/>
              <a:t>:</a:t>
            </a:r>
            <a:r>
              <a:rPr lang="en-US" b="1" i="1" dirty="0"/>
              <a:t> 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Peer-to-Peer</a:t>
            </a:r>
            <a:r>
              <a:rPr lang="en-US" b="1" i="1" dirty="0"/>
              <a:t> </a:t>
            </a:r>
            <a:r>
              <a:rPr lang="en-US" dirty="0"/>
              <a:t>(P2P) transfers remain the volume leader, but </a:t>
            </a:r>
            <a:r>
              <a:rPr lang="en-US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Merchant Payments </a:t>
            </a:r>
            <a:r>
              <a:rPr lang="en-US" dirty="0"/>
              <a:t>show massive spikes during </a:t>
            </a:r>
            <a:r>
              <a:rPr lang="en-US" b="1" dirty="0"/>
              <a:t>Q3/Q4 festive seasons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Product Opportunity</a:t>
            </a:r>
            <a:r>
              <a:rPr lang="en-US" b="1" dirty="0"/>
              <a:t>:</a:t>
            </a:r>
            <a:r>
              <a:rPr lang="en-US" dirty="0"/>
              <a:t> Insurance transaction data shows low penetration in Tier 3 cities—this represents a major market for </a:t>
            </a:r>
            <a:r>
              <a:rPr lang="en-US" b="1" dirty="0"/>
              <a:t>Micro-insurance</a:t>
            </a:r>
            <a:r>
              <a:rPr lang="en-US" dirty="0"/>
              <a:t> products.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8821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ECCB0-7ADF-0D5F-CAE3-E2ED3C4F9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39452"/>
          </a:xfrm>
        </p:spPr>
        <p:txBody>
          <a:bodyPr>
            <a:normAutofit/>
          </a:bodyPr>
          <a:lstStyle/>
          <a:p>
            <a:r>
              <a:rPr lang="en-IN" b="1" dirty="0"/>
              <a:t>        Actionable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A9A2-5DAA-E0D1-512F-F4D1F8C6B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551"/>
            <a:ext cx="10515600" cy="4949412"/>
          </a:xfrm>
        </p:spPr>
        <p:txBody>
          <a:bodyPr>
            <a:normAutofit fontScale="77500" lnSpcReduction="20000"/>
          </a:bodyPr>
          <a:lstStyle/>
          <a:p>
            <a:r>
              <a:rPr lang="en-US" sz="4100" b="1" dirty="0"/>
              <a:t>Marketing Optimization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sz="3600" dirty="0"/>
              <a:t>Target "High Engagement, Low Transaction" districts with cashback incentives to convert users into active payers.</a:t>
            </a:r>
          </a:p>
          <a:p>
            <a:endParaRPr lang="en-US" sz="3300" dirty="0"/>
          </a:p>
          <a:p>
            <a:r>
              <a:rPr lang="en-US" sz="4100" b="1" dirty="0"/>
              <a:t>Infrastructure Investment</a:t>
            </a:r>
            <a:r>
              <a:rPr lang="en-US" b="1" dirty="0"/>
              <a:t>:</a:t>
            </a:r>
            <a:r>
              <a:rPr lang="en-US" sz="3600" dirty="0"/>
              <a:t> Scale server capacity in high-growth districts identified in the "Top </a:t>
            </a:r>
            <a:r>
              <a:rPr lang="en-US" sz="3600" dirty="0" err="1"/>
              <a:t>Pincodes</a:t>
            </a:r>
            <a:r>
              <a:rPr lang="en-US" sz="3600" dirty="0"/>
              <a:t>" analysis.</a:t>
            </a:r>
          </a:p>
          <a:p>
            <a:endParaRPr lang="en-US" sz="3600" dirty="0"/>
          </a:p>
          <a:p>
            <a:r>
              <a:rPr lang="en-US" sz="3600" b="1" dirty="0"/>
              <a:t>Service Expansion:</a:t>
            </a:r>
            <a:r>
              <a:rPr lang="en-US" sz="3600" dirty="0"/>
              <a:t> Use "Map User" data to identify regions ready for new fintech features like </a:t>
            </a:r>
            <a:r>
              <a:rPr lang="en-US" sz="3600" b="1" dirty="0"/>
              <a:t>Lending</a:t>
            </a:r>
            <a:r>
              <a:rPr lang="en-US" sz="3600" dirty="0"/>
              <a:t> or </a:t>
            </a:r>
            <a:r>
              <a:rPr lang="en-US" sz="3600" b="1" dirty="0"/>
              <a:t>Fixed Deposits</a:t>
            </a:r>
            <a:r>
              <a:rPr lang="en-US" sz="3600" dirty="0"/>
              <a:t>.</a:t>
            </a:r>
          </a:p>
          <a:p>
            <a:br>
              <a:rPr lang="en-US" sz="3600" dirty="0"/>
            </a:br>
            <a:endParaRPr lang="en-US" sz="3600" dirty="0"/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506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04AE7-9EBD-5CBA-ACA5-235A5610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Conclusion &amp; Repository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87968-1170-1AC3-772B-9BA1FBE43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Key Takeaways:</a:t>
            </a:r>
            <a:endParaRPr lang="en-IN" dirty="0"/>
          </a:p>
          <a:p>
            <a:pPr lvl="1"/>
            <a:r>
              <a:rPr lang="en-IN" dirty="0"/>
              <a:t>Successfully processed </a:t>
            </a:r>
            <a:r>
              <a:rPr lang="en-IN" b="1" dirty="0"/>
              <a:t>2,000+ JSON files</a:t>
            </a:r>
            <a:r>
              <a:rPr lang="en-IN" dirty="0"/>
              <a:t> into a structured </a:t>
            </a:r>
            <a:r>
              <a:rPr lang="en-IN" b="1" dirty="0"/>
              <a:t>PostgreSQL</a:t>
            </a:r>
            <a:r>
              <a:rPr lang="en-IN" dirty="0"/>
              <a:t> database.</a:t>
            </a:r>
          </a:p>
          <a:p>
            <a:pPr lvl="1"/>
            <a:r>
              <a:rPr lang="en-IN" dirty="0"/>
              <a:t>Developed an interactive </a:t>
            </a:r>
            <a:r>
              <a:rPr lang="en-IN" b="1" dirty="0" err="1"/>
              <a:t>Streamlit</a:t>
            </a:r>
            <a:r>
              <a:rPr lang="en-IN" b="1" dirty="0"/>
              <a:t> dashboard</a:t>
            </a:r>
            <a:r>
              <a:rPr lang="en-IN" dirty="0"/>
              <a:t> for real-time finance insights.</a:t>
            </a:r>
          </a:p>
          <a:p>
            <a:pPr lvl="1"/>
            <a:r>
              <a:rPr lang="en-IN" dirty="0"/>
              <a:t>Gained proficiency in the </a:t>
            </a:r>
            <a:r>
              <a:rPr lang="en-IN" b="1" dirty="0"/>
              <a:t>ETL (Extract, Transform, Load)</a:t>
            </a:r>
            <a:r>
              <a:rPr lang="en-IN" dirty="0"/>
              <a:t> pipeline.</a:t>
            </a:r>
          </a:p>
          <a:p>
            <a:r>
              <a:rPr lang="en-IN" b="1" dirty="0"/>
              <a:t>Final Deliverables:</a:t>
            </a:r>
            <a:endParaRPr lang="en-IN" dirty="0"/>
          </a:p>
          <a:p>
            <a:pPr lvl="1"/>
            <a:r>
              <a:rPr lang="en-IN" dirty="0"/>
              <a:t>Python Source Code (app.py &amp; </a:t>
            </a:r>
            <a:r>
              <a:rPr lang="en-IN" dirty="0" err="1"/>
              <a:t>extraction.ipynb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SQL Database Schema</a:t>
            </a:r>
          </a:p>
          <a:p>
            <a:pPr lvl="1"/>
            <a:r>
              <a:rPr lang="en-IN" dirty="0"/>
              <a:t>Interactive Visualizations</a:t>
            </a:r>
          </a:p>
          <a:p>
            <a:r>
              <a:rPr lang="en-IN" b="1" dirty="0"/>
              <a:t>Project Link:</a:t>
            </a:r>
          </a:p>
          <a:p>
            <a:r>
              <a:rPr lang="en-IN" sz="3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https://github.com/sumathy711/PhonePe-Pulse-Project</a:t>
            </a:r>
          </a:p>
        </p:txBody>
      </p:sp>
    </p:spTree>
    <p:extLst>
      <p:ext uri="{BB962C8B-B14F-4D97-AF65-F5344CB8AC3E}">
        <p14:creationId xmlns:p14="http://schemas.microsoft.com/office/powerpoint/2010/main" val="2596869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ACB6-6B5B-15A0-2432-EE38E97FD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</a:t>
            </a:r>
            <a:r>
              <a:rPr lang="en-IN" sz="4800" b="1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12CE5-2301-C5F7-9907-D005C1681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                   J. SUMATHI GURUNATHAN</a:t>
            </a:r>
          </a:p>
          <a:p>
            <a:endParaRPr lang="en-IN" sz="4000" dirty="0"/>
          </a:p>
          <a:p>
            <a:r>
              <a:rPr lang="en-IN" sz="4000" i="1" u="sng" dirty="0"/>
              <a:t>GitHub Link:</a:t>
            </a:r>
          </a:p>
          <a:p>
            <a:r>
              <a:rPr lang="en-IN" sz="4000" i="1" dirty="0"/>
              <a:t> </a:t>
            </a:r>
            <a:r>
              <a:rPr lang="en-IN" b="1" dirty="0">
                <a:hlinkClick r:id="rId2"/>
              </a:rPr>
              <a:t>https://github.com/sumathy711/PhonePe-Pulse-Project</a:t>
            </a:r>
            <a:endParaRPr lang="en-IN" b="1" dirty="0"/>
          </a:p>
          <a:p>
            <a:r>
              <a:rPr lang="en-US" dirty="0"/>
              <a:t>                    "I appreciate your time and attention. I am now open to any questions regarding the data extraction, SQL logic, or dashboard insights."</a:t>
            </a:r>
            <a:endParaRPr lang="en-IN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5A81E3-05F6-0E27-8BF1-A5C6E63CB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"I appreciate your time and attention. I am now open to any questions regarding the data extraction, SQL logic, or dashboard insights."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F4E53C5-3711-BECC-C409-F3633147B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BBA93AB-25C2-900B-5218-4EA8E6AC0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D8002F6-8C50-3D1C-7ACC-7D33E7831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"I appreciate your time and attention. I am now open to any questions regarding the data extraction, SQL logic, or dashboard insights."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F87783C-A56C-7006-CE9F-5E0C8BA0B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D39452C-257F-EF8B-8A0C-66D60D97B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82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959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716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Google Sans</vt:lpstr>
      <vt:lpstr>Neue Haas Grotesk Text Pro</vt:lpstr>
      <vt:lpstr>Office Theme</vt:lpstr>
      <vt:lpstr>PhonePe Pulse: Transaction &amp; User Insights (2018–2024)</vt:lpstr>
      <vt:lpstr> Objective:                     Analyzing the vast PhonePe Pulse dataset to understand digital payment dynamics across India.   Key Goals:  1.Extract and clean JSON data from the PhonePe Pulse GitHub.  2.Build a robust SQL Database for high-speed querying.  3.Create an interactive Streamlit Dashboard for real-time business insights. </vt:lpstr>
      <vt:lpstr>               Technical Stack</vt:lpstr>
      <vt:lpstr>      Geospatial Analysis (India 2D Map)</vt:lpstr>
      <vt:lpstr> Interactive Choropleth Map of India.</vt:lpstr>
      <vt:lpstr>                              Data Pipeline</vt:lpstr>
      <vt:lpstr>TOTAL TRANSACTION VALUE(TOP 10 STATES) </vt:lpstr>
      <vt:lpstr>TRANSACTION TYPES</vt:lpstr>
      <vt:lpstr>GROWTH IN 2024 COMPARED TO 2023</vt:lpstr>
      <vt:lpstr>               Key Business Insights</vt:lpstr>
      <vt:lpstr>        Actionable Recommendations</vt:lpstr>
      <vt:lpstr>Project Conclusion &amp; Repository Access</vt:lpstr>
      <vt:lpstr>  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sumathi j</dc:creator>
  <cp:lastModifiedBy>sumathi j</cp:lastModifiedBy>
  <cp:revision>1</cp:revision>
  <dcterms:created xsi:type="dcterms:W3CDTF">2026-02-12T18:43:36Z</dcterms:created>
  <dcterms:modified xsi:type="dcterms:W3CDTF">2026-02-13T06:20:37Z</dcterms:modified>
</cp:coreProperties>
</file>